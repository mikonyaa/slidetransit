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3400" y="381000"/>
            <a:ext cx="8001000" cy="279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1200">
                <a:solidFill>
                  <a:srgbClr val="172926"/>
                </a:solidFill>
                <a:latin typeface="Noto Sans"/>
              </a:defRPr>
            </a:pPr>
            <a:r>
              <a:rPr sz="1200">
                <a:latin typeface="Noto Sans"/>
                <a:ea typeface="Noto Sans CJK SC"/>
              </a:rPr>
              <a:t>SLIDETRANSIT / OWN TEST DECK</a:t>
            </a:r>
          </a:p>
        </p:txBody>
      </p:sp>
      <p:sp>
        <p:nvSpPr>
          <p:cNvPr id="3" name="Delivery title"/>
          <p:cNvSpPr txBox="1"/>
          <p:nvPr/>
        </p:nvSpPr>
        <p:spPr>
          <a:xfrm>
            <a:off x="533400" y="1041400"/>
            <a:ext cx="8001000" cy="825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400">
                <a:solidFill>
                  <a:srgbClr val="172926"/>
                </a:solidFill>
                <a:latin typeface="Noto Sans"/>
              </a:defRPr>
            </a:pPr>
            <a:r>
              <a:rPr sz="3400">
                <a:latin typeface="Noto Sans"/>
                <a:ea typeface="Noto Sans CJK SC"/>
              </a:rPr>
              <a:t>Delivery without surprises</a:t>
            </a:r>
          </a:p>
        </p:txBody>
      </p:sp>
      <p:sp>
        <p:nvSpPr>
          <p:cNvPr id="4" name="Description"/>
          <p:cNvSpPr txBox="1"/>
          <p:nvPr/>
        </p:nvSpPr>
        <p:spPr>
          <a:xfrm>
            <a:off x="533400" y="2628900"/>
            <a:ext cx="76200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100">
                <a:solidFill>
                  <a:srgbClr val="172926"/>
                </a:solidFill>
                <a:latin typeface="Noto Sans"/>
              </a:defRPr>
            </a:pPr>
            <a:r>
              <a:rPr sz="2100">
                <a:latin typeface="Noto Sans"/>
                <a:ea typeface="Noto Sans CJK SC"/>
              </a:rPr>
              <a:t>Compare the exports. Keep the evidence.</a:t>
            </a:r>
          </a:p>
        </p:txBody>
      </p:sp>
      <p:sp>
        <p:nvSpPr>
          <p:cNvPr id="5" name="Metric"/>
          <p:cNvSpPr txBox="1"/>
          <p:nvPr/>
        </p:nvSpPr>
        <p:spPr>
          <a:xfrm>
            <a:off x="533400" y="34925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Conversion 12.5%</a:t>
            </a:r>
          </a:p>
        </p:txBody>
      </p:sp>
      <p:sp>
        <p:nvSpPr>
          <p:cNvPr id="6" name="CJK"/>
          <p:cNvSpPr txBox="1"/>
          <p:nvPr/>
        </p:nvSpPr>
        <p:spPr>
          <a:xfrm>
            <a:off x="533400" y="41910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東京 中文 演示</a:t>
            </a:r>
          </a:p>
        </p:txBody>
      </p:sp>
      <p:pic>
        <p:nvPicPr>
          <p:cNvPr id="7" name="Picture 6" descr="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200" y="3276600"/>
            <a:ext cx="1397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533400"/>
            <a:ext cx="8128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000">
                <a:solidFill>
                  <a:srgbClr val="172926"/>
                </a:solidFill>
                <a:latin typeface="Noto Sans"/>
              </a:defRPr>
            </a:pPr>
            <a:r>
              <a:rPr sz="3000">
                <a:latin typeface="Noto Sans"/>
                <a:ea typeface="Noto Sans CJK SC"/>
              </a:rPr>
              <a:t>Evidence survives delivery</a:t>
            </a:r>
          </a:p>
        </p:txBody>
      </p:sp>
      <p:sp>
        <p:nvSpPr>
          <p:cNvPr id="3" name="Review A"/>
          <p:cNvSpPr txBox="1"/>
          <p:nvPr/>
        </p:nvSpPr>
        <p:spPr>
          <a:xfrm>
            <a:off x="533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4" name="Review B"/>
          <p:cNvSpPr txBox="1"/>
          <p:nvPr/>
        </p:nvSpPr>
        <p:spPr>
          <a:xfrm>
            <a:off x="4724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5" name="Local"/>
          <p:cNvSpPr txBox="1"/>
          <p:nvPr/>
        </p:nvSpPr>
        <p:spPr>
          <a:xfrm>
            <a:off x="533400" y="3048000"/>
            <a:ext cx="7747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400">
                <a:solidFill>
                  <a:srgbClr val="172926"/>
                </a:solidFill>
                <a:latin typeface="Noto Sans"/>
              </a:defRPr>
            </a:pPr>
            <a:r>
              <a:rPr sz="2400">
                <a:latin typeface="Noto Sans"/>
                <a:ea typeface="Noto Sans CJK SC"/>
              </a:rPr>
              <a:t>All input bytes stay local.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study - own documented test variants</dc:title>
  <dc:subject/>
  <dc:creator>SlideTransit fixtures</dc:creator>
  <cp:keywords/>
  <dc:description>generated using python-pptx</dc:description>
  <cp:lastModifiedBy>SlideTransit fixtures</cp:lastModifiedBy>
  <cp:revision>1</cp:revision>
  <dcterms:created xsi:type="dcterms:W3CDTF">2013-01-27T09:14:16Z</dcterms:created>
  <dcterms:modified xsi:type="dcterms:W3CDTF">2013-01-27T09:15:58Z</dcterms:modified>
  <cp:category/>
</cp:coreProperties>
</file>