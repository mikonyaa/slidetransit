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Liberation Serif"/>
              </a:defRPr>
            </a:pPr>
            <a:r>
              <a:rPr sz="2100">
                <a:latin typeface="Liberation Serif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