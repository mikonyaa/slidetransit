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4851400"/>
            <a:ext cx="8001000" cy="82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